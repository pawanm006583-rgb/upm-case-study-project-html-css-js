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5df88d77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5df88d7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5df88d77f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5df88d77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5df88d77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5df88d77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5df88d77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5df88d77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c5df88d77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c5df88d77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5df88d77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5df88d77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11B4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13" y="2571750"/>
            <a:ext cx="8520600" cy="16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45">
                <a:solidFill>
                  <a:srgbClr val="FFFFFF"/>
                </a:solidFill>
                <a:highlight>
                  <a:srgbClr val="B11B4F"/>
                </a:highlight>
              </a:rPr>
              <a:t>User Preference Manager </a:t>
            </a:r>
            <a:endParaRPr b="1" sz="2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By</a:t>
            </a:r>
            <a:endParaRPr b="1" sz="18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32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32">
                <a:solidFill>
                  <a:srgbClr val="FFFFFF"/>
                </a:solidFill>
              </a:rPr>
              <a:t> </a:t>
            </a:r>
            <a:r>
              <a:rPr b="1" lang="en" sz="1800">
                <a:solidFill>
                  <a:srgbClr val="FFFFFF"/>
                </a:solidFill>
              </a:rPr>
              <a:t>Pawan Mishra/Larry Page</a:t>
            </a:r>
            <a:endParaRPr b="1" sz="1800">
              <a:solidFill>
                <a:srgbClr val="FFFFFF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11B4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FFFFFF"/>
                </a:solidFill>
              </a:rPr>
              <a:t>Thank You</a:t>
            </a:r>
            <a:endParaRPr b="1" sz="2800">
              <a:solidFill>
                <a:srgbClr val="FFFFFF"/>
              </a:solidFill>
            </a:endParaRPr>
          </a:p>
        </p:txBody>
      </p:sp>
      <p:pic>
        <p:nvPicPr>
          <p:cNvPr id="81" name="Google Shape;81;p19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